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754880"/>
            <a:ext cx="3840480" cy="384048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5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CODENEST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Recorrido por las pantallas de la plataforma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editor de recetas asistido por IA, comunidad y panel de configuración.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732520" y="1005840"/>
            <a:ext cx="2743200" cy="2505456"/>
          </a:xfrm>
          <a:prstGeom prst="roundRect">
            <a:avLst>
              <a:gd name="adj" fmla="val 3285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97112" y="1120140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Shape 7"/>
          <p:cNvSpPr/>
          <p:nvPr/>
        </p:nvSpPr>
        <p:spPr>
          <a:xfrm>
            <a:off x="9098280" y="1120140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0" name="Shape 8"/>
          <p:cNvSpPr/>
          <p:nvPr/>
        </p:nvSpPr>
        <p:spPr>
          <a:xfrm>
            <a:off x="9299448" y="1120140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1" name="Image 0" descr="/home/claude/work/imgs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32520" y="1316736"/>
            <a:ext cx="274320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bloques funcionales de la plataforma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y registro de cuenta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0332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0332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03320" y="3063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Explorador, detalle y editores con ayuda de 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3063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Manuales compartidos y ejemplos de otros usuarios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0" y="1691640"/>
            <a:ext cx="2606040" cy="42062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72600" y="196596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72600" y="2606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72600" y="30632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API, distribuidor y copia de seguridad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de sesión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de entrada a CodeNest con autenticación por correo y contraseña, en una interfaz oscura y minimalista pensada para un flujo de trabajo técnico.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4652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1111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701344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796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3796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cuenta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3796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nuevos usuarios en la plataforma, con los mismos códigos visuales que el inicio de sesión para mantener continuidad en la experiencia.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regist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Explorador de recetas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central de recetas, organizadas en grupos y con opciones de búsqueda y de compartir, para encontrar y reutilizar contenido rápidamente.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4652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1111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701344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explorad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796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3796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Detalle de receta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3796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ampliada de una receta individual: pasos, parámetros y notas asociadas, con acceso directo a las acciones de edición.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detal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·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 con ayuda de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enriquecido con un asistente de inteligencia artificial integrado, que apoya la creación y mejora de recetas en tiempo real.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4652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1111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701344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editor_i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796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RECETAS ·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3796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 simplificado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3796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ágil del editor, con una interfaz reducida a lo esencial para ediciones rápidas cuando no se necesita el modo completo.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editor_si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Manuales compartidos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 documentación técnica disponible para todo el equipo, centralizando guías y referencias de uso.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4652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1111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701344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manual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796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3796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Ejemplos de la comunidad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3796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de recetas creadas y compartidas por otros usuarios, pensada para inspirar y acelerar nuevos desarrollos.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comunida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·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Clave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segura de las credenciales de acceso necesarias para conectar CodeNest con servicios externos.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4652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1111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701344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api_ke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796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·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3796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con distribuidor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3796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 la integración pensada para distribuidores y socios, con parámetros adicionales de conexión.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api_distribuid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051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·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417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Copia de seguridad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para respaldar y restaurar la información de la plataforma, dando control total sobre la continuidad de los datos.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46520" y="1380744"/>
            <a:ext cx="5074920" cy="4370832"/>
          </a:xfrm>
          <a:prstGeom prst="roundRect">
            <a:avLst>
              <a:gd name="adj" fmla="val 1883"/>
            </a:avLst>
          </a:prstGeom>
          <a:solidFill>
            <a:srgbClr val="E2E8F0"/>
          </a:solidFill>
          <a:ln/>
          <a:effectLst>
            <a:outerShdw sx="100000" sy="100000" kx="0" ky="0" algn="bl" rotWithShape="0" blurRad="228600" dist="762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11112" y="1495044"/>
            <a:ext cx="82296" cy="8229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6812280" y="1495044"/>
            <a:ext cx="82296" cy="822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8" name="Shape 6"/>
          <p:cNvSpPr/>
          <p:nvPr/>
        </p:nvSpPr>
        <p:spPr>
          <a:xfrm>
            <a:off x="7013448" y="1495044"/>
            <a:ext cx="82296" cy="82296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9" name="Image 0" descr="/home/claude/work/imgs/backu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691640"/>
            <a:ext cx="5074920" cy="40599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4572000" cy="457200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4206240" cy="4206240"/>
          </a:xfrm>
          <a:prstGeom prst="ellipse">
            <a:avLst/>
          </a:prstGeom>
          <a:solidFill>
            <a:srgbClr val="16213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CodeNest · Presentación de pantallas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CodeNest - Pantallas de la Plataforma</dc:title>
  <dc:subject>PptxGenJS Presentation</dc:subject>
  <dc:creator>CodeNest</dc:creator>
  <cp:lastModifiedBy>CodeNest</cp:lastModifiedBy>
  <cp:revision>1</cp:revision>
  <dcterms:created xsi:type="dcterms:W3CDTF">2026-07-07T03:51:56Z</dcterms:created>
  <dcterms:modified xsi:type="dcterms:W3CDTF">2026-07-07T03:51:56Z</dcterms:modified>
</cp:coreProperties>
</file>